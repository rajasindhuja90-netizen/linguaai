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31520"/>
            <a:ext cx="777240" cy="777240"/>
          </a:xfrm>
          <a:prstGeom prst="rect">
            <a:avLst>
              <a:gd name="adj" fmla="val 1411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LinguaAI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NLP-Powered Intelligent Chatbot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Sindhuja R  ·  Chamala Venkata Navya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39319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What is LinguaAI?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LinguaAI is an expert NLP chatbot built with the Claude AI API. It provides rich, context-aware answers on: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&amp; text processing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GPT &amp; transformer models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mechanisms &amp; embeddings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Sentiment Analysis, NER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 in Python &amp; JavaScript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41148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68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Key Highlights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00600" y="1353312"/>
            <a:ext cx="384048" cy="384048"/>
          </a:xfrm>
          <a:prstGeom prst="rect">
            <a:avLst>
              <a:gd name="adj" fmla="val 1190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53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13533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Conversational Memory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15544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Full multi-turn chat history maintained per session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176272"/>
            <a:ext cx="384048" cy="384048"/>
          </a:xfrm>
          <a:prstGeom prst="rect">
            <a:avLst>
              <a:gd name="adj" fmla="val 1190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762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Streaming Responses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Real-time token-by-token answer display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99232"/>
            <a:ext cx="384048" cy="384048"/>
          </a:xfrm>
          <a:prstGeom prst="rect">
            <a:avLst>
              <a:gd name="adj" fmla="val 1190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57800" y="29992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Syntax Highlighting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32004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Auto-detected code blocks with copy button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3822192"/>
            <a:ext cx="384048" cy="384048"/>
          </a:xfrm>
          <a:prstGeom prst="rect">
            <a:avLst>
              <a:gd name="adj" fmla="val 1190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822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📚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8221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14 NLP Topics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40233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Curated suggestion cards on the home screen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NLP Concepts Covered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LinguaAI teaches and explains these fundamental NLP domains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2743200" cy="15544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71600"/>
            <a:ext cx="54864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813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🔤  Text Processing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Tokenisation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Stemming &amp; Lemmatisation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Stop word removal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743200" cy="15544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371600"/>
            <a:ext cx="54864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4813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🤖  Neural Models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BERT · GPT · Transformers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LSTM vs GRU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Attention mechanism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2743200" cy="15544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371600"/>
            <a:ext cx="54864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4813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📊  Classical NLP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87452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TF-IDF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Word2Vec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POS tagging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090672"/>
            <a:ext cx="2743200" cy="15544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90672"/>
            <a:ext cx="54864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004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🔍  Applications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93592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Sentiment Analysis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Named Entity Recognition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Text Classification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46120" y="3090672"/>
            <a:ext cx="2743200" cy="15544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3090672"/>
            <a:ext cx="54864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2004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🧮  Embeddings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593592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Word embeddings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Contextual representations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Semantic similarity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3090672"/>
            <a:ext cx="2743200" cy="15544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3090672"/>
            <a:ext cx="54864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2004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💻  Code Examples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593592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Python (NLTK, spaCy)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Transformers library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TextBlob, VADER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749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53619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63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HTML5 / CSS3 / Vanilla JS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" y="224942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762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Sidebar with chat history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" y="296265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895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Responsive 16:9 layout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" y="367588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027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Markdown + code renderer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08960" y="2011680"/>
            <a:ext cx="914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749808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46120" y="749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Core Engine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46120" y="132588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10712" y="1536192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1463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Claude API (claude-sonnet)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224942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21762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Streaming SSE handler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10712" y="296265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28895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Conversation memory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10712" y="367588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36027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Session management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2011680"/>
            <a:ext cx="914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749808"/>
            <a:ext cx="2743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72200" y="749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UX Layer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2200" y="132588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36792" y="153619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1463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Syntax highlighting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36792" y="224942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21762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Copy-to-clipboard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36792" y="296265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28895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Typing indicator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36792" y="367588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36027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Auto-resize input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108960" y="1828800"/>
            <a:ext cx="1371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5040" y="1828800"/>
            <a:ext cx="1371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User Interface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5120640" cy="68580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3268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987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Smart Sidebar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2801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Persistent chat history list with session titles auto-generated from first message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28216"/>
            <a:ext cx="5120640" cy="68580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28216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783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API Key Manager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0756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Secure in-session key storage with visual confirmation indicator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23744"/>
            <a:ext cx="5120640" cy="68580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23744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25786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Markdown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8712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Full support for headings, tables, bullets, blockquotes, and bold/italic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19272"/>
            <a:ext cx="5120640" cy="68580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19272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⌨️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3741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Typing Indicator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6667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Animated three-dot loader shown while Claude processes the response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5120640" cy="68580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148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51560" y="416966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Message Actions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4622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Copy, regenerate, and like/dislike buttons on hover for each message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15000" y="932688"/>
            <a:ext cx="3063240" cy="3995928"/>
          </a:xfrm>
          <a:prstGeom prst="rect">
            <a:avLst/>
          </a:prstGeom>
          <a:solidFill>
            <a:srgbClr val="0A2540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52160" y="10241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Tech Stack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52160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Frontend: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1481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HTML5 · CSS3 · JavaScript ES6+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2029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AI API: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Anthropic Claude (claude-sonnet)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2578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Streaming: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12280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Server-Sent Events (SSE)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0" y="3127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Markdown: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12280" y="3127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Custom parser + code highlighter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52160" y="3675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Fonts: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12280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Google Fonts — Inter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52160" y="4224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Icons: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12280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Heroicons inline SVG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It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59436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9601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User Types Query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User enters an NLP question. The input auto-resizes and Enter key sends the message.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77724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777240"/>
            <a:ext cx="59436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777240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9601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Session Created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3258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A unique session ID is generated; conversation history is kept in-memory for context.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221992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21992"/>
            <a:ext cx="59436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21992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24048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API Request Sent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77063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Full chat history is packaged and sent to the Anthropic claude-sonnet endpoint via POST.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221992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21992"/>
            <a:ext cx="59436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221992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24048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Streaming Response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277063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Tokens stream back via SSE. The UI updates in real-time as Claude generates the answer.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666744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66744"/>
            <a:ext cx="59436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66744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51560" y="384962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Markdown Rendered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21538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The raw markdown text is parsed: headings, code blocks, tables, and lists are all rendered.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3666744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66744"/>
            <a:ext cx="59436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66744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86400" y="384962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History Updated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0" y="421538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The assistant reply is appended to history, enabling multi-turn NLP conversation.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14 NLP Topics Supported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Curated question cards shown on the chatbot home screen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011680" cy="86868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527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What is NLP?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143000"/>
            <a:ext cx="2011680" cy="86868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114300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2527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Tokenisation with NLTK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143000"/>
            <a:ext cx="2011680" cy="86868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14300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2527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BERT vs GPT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143000"/>
            <a:ext cx="2011680" cy="86868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114300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2527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Attention mechanism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194560"/>
            <a:ext cx="2011680" cy="86868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19456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042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TF-IDF Python code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68880" y="2194560"/>
            <a:ext cx="2011680" cy="86868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219456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23042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Sentiment analysis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2194560"/>
            <a:ext cx="2011680" cy="86868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19456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3042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Named Entity Recognition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66560" y="2194560"/>
            <a:ext cx="2011680" cy="86868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219456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3042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Word2Vec embeddings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246120"/>
            <a:ext cx="2011680" cy="86868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24612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3558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Transformer architecture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468880" y="3246120"/>
            <a:ext cx="2011680" cy="86868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324612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0" y="33558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LSTM vs GRU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17720" y="3246120"/>
            <a:ext cx="2011680" cy="86868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324612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3558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Text classification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66560" y="3246120"/>
            <a:ext cx="2011680" cy="86868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0" y="324612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33558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POS tagging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" y="4297680"/>
            <a:ext cx="2011680" cy="86868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429768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40740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Language models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468880" y="4297680"/>
            <a:ext cx="2011680" cy="86868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68880" y="429768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0" y="440740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Text summarisation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4114800" cy="4114800"/>
          </a:xfrm>
          <a:prstGeom prst="ellipse">
            <a:avLst/>
          </a:prstGeom>
          <a:solidFill>
            <a:srgbClr val="0A8070">
              <a:alpha val="4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-914400"/>
            <a:ext cx="2743200" cy="2743200"/>
          </a:xfrm>
          <a:prstGeom prst="ellipse">
            <a:avLst/>
          </a:prstGeom>
          <a:solidFill>
            <a:srgbClr val="0A8070">
              <a:alpha val="4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🧠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LinguaAI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FBF1"/>
                </a:solidFill>
              </a:rPr>
              <a:t>NLP Chatbot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0" y="365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Meet the Team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749040" y="960120"/>
            <a:ext cx="502920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86200" y="1124712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1247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Sindhuja 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527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NLP Chatbot Developer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2194560"/>
            <a:ext cx="502920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86200" y="2359152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23591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Chamala Venkata Navya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761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NLP Chatbot Developer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3520440"/>
            <a:ext cx="5029200" cy="1280160"/>
          </a:xfrm>
          <a:prstGeom prst="rect">
            <a:avLst/>
          </a:prstGeom>
          <a:solidFill>
            <a:srgbClr val="0A2540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31920" y="3931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Full-stack NLP chatbot powered by Anthropic Claude API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Streaming AI responses with real-time token display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14 expert NLP topics with code examples &amp; explanations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LinguaAI — NLP Chatbot</dc:title>
  <dc:subject>PptxGenJS Presentation</dc:subject>
  <dc:creator>Sindhuja R &amp; Chamala Venkata Navya</dc:creator>
  <cp:lastModifiedBy>Sindhuja R &amp; Chamala Venkata Navya</cp:lastModifiedBy>
  <cp:revision>1</cp:revision>
  <dcterms:created xsi:type="dcterms:W3CDTF">2026-04-13T03:48:14Z</dcterms:created>
  <dcterms:modified xsi:type="dcterms:W3CDTF">2026-04-13T03:48:14Z</dcterms:modified>
</cp:coreProperties>
</file>